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Sam Presenter" initials="S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CmA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10-27T12:00:00.000" idx="1">
    <p:pos x="10" y="10"/>
    <p:text>Swap this chart for the October numbers.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customer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Cm1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index for video, images and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October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 down 40 percent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